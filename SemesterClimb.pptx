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8DE391A-64D1-4371-968B-3FCA39C9EB4F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FFD527-1C58-41A8-87A3-DB3F7CD8AD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C7B479-40D8-402E-9731-67565A9A95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6B4093-C626-4169-BCC8-28B9AC1385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2D5B9F-FE4B-432A-8CBC-3C7B077C4A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5D4759-7A33-4B56-8F3F-C1F6D09B14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46201EE-6A68-43B8-B0CC-33CA1D3BD6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123CFC-FC74-4C98-AEE0-66CB23E6FE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64520" y="0"/>
            <a:ext cx="72360" cy="514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0" y="4114800"/>
            <a:ext cx="9143280" cy="10281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1005840"/>
            <a:ext cx="7771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Semester Climb</a:t>
            </a:r>
            <a:endParaRPr lang="en-GB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2148840"/>
            <a:ext cx="7771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Semestrální projekt z mobilního vývoje</a:t>
            </a: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48640" y="265176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0A898"/>
                </a:solidFill>
                <a:effectLst/>
                <a:uFillTx/>
                <a:latin typeface="Calibri"/>
                <a:ea typeface="Calibri"/>
              </a:rPr>
              <a:t>Nativní Android aplikace v Kotlinu pro evidenci lezení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548640" y="2030040"/>
            <a:ext cx="2010960" cy="54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548640" y="420624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0A898"/>
                </a:solidFill>
                <a:effectLst/>
                <a:uFillTx/>
                <a:latin typeface="Calibri"/>
                <a:ea typeface="Calibri"/>
              </a:rPr>
              <a:t>🧗  Android · Kotlin · Jetpack Compose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0" y="0"/>
            <a:ext cx="163800" cy="7765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411480" y="1098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 aplikace umí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502920" y="960120"/>
            <a:ext cx="8046000" cy="37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90440" indent="-190440" defTabSz="914400">
              <a:lnSpc>
                <a:spcPct val="100000"/>
              </a:lnSpc>
              <a:spcAft>
                <a:spcPts val="601"/>
              </a:spcAft>
              <a:buClr>
                <a:srgbClr val="F0EAD6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Aplikace sjednocuje tři věci do jednoho místa: evidenci lokalit, evidenci cest a osobní deník přelezů.</a:t>
            </a:r>
            <a:endParaRPr lang="en-GB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ct val="100000"/>
              </a:lnSpc>
              <a:spcAft>
                <a:spcPts val="601"/>
              </a:spcAft>
              <a:buClr>
                <a:srgbClr val="F0EAD6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5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Data jsou uspořádaná přehledně v hierarchii oblast → skála → sektor → cesta → výstup.</a:t>
            </a:r>
            <a:endParaRPr lang="en-GB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ct val="100000"/>
              </a:lnSpc>
              <a:spcAft>
                <a:spcPts val="601"/>
              </a:spcAft>
              <a:buClr>
                <a:srgbClr val="F0EAD6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5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Každá cesta může mít vlastní obtížnost, fotku, umístění v sektoru a historii zaznamenaných výstupů.</a:t>
            </a:r>
            <a:endParaRPr lang="en-GB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ct val="100000"/>
              </a:lnSpc>
              <a:spcAft>
                <a:spcPts val="601"/>
              </a:spcAft>
              <a:buClr>
                <a:srgbClr val="F0EAD6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55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Uživatel tedy nepracuje jen se seznamem cest, ale s celým návazným tokem od místa lezení až po konkrétní výkon.</a:t>
            </a:r>
            <a:endParaRPr lang="en-GB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0" y="4663440"/>
            <a:ext cx="9143280" cy="4795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365760" y="4709160"/>
            <a:ext cx="841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B0A898"/>
                </a:solidFill>
                <a:effectLst/>
                <a:uFillTx/>
                <a:latin typeface="Calibri"/>
                <a:ea typeface="Calibri"/>
              </a:rPr>
              <a:t>💡 Díky lokálnímu ukládání funguje aplikace i bez internetu, což je důležité hlavně venku na skalách.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63800" cy="7765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411480" y="1098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Použité technologie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365760" y="914400"/>
            <a:ext cx="3931200" cy="3839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4846320" y="914400"/>
            <a:ext cx="3931200" cy="3839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548640" y="1051560"/>
            <a:ext cx="356544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0EAD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Kotlin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0EAD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Jetpack Compose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0EAD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Compose Navigation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0EAD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Hilt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0EAD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Coroutines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5029200" y="1051560"/>
            <a:ext cx="356544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0EAD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Room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0EAD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DataStore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0EAD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Mapy.com REST API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0EAD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Android foto workflow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0EAD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Lokální persistence bez backendu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63800" cy="7765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411480" y="1098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Architektura aplikace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365760" y="914400"/>
            <a:ext cx="8411760" cy="593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4"/>
          <p:cNvSpPr/>
          <p:nvPr/>
        </p:nvSpPr>
        <p:spPr>
          <a:xfrm>
            <a:off x="365760" y="914400"/>
            <a:ext cx="109080" cy="593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594360" y="9511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UI vrstva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594360" y="1216080"/>
            <a:ext cx="80460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0A898"/>
                </a:solidFill>
                <a:effectLst/>
                <a:uFillTx/>
                <a:latin typeface="Calibri"/>
                <a:ea typeface="Calibri"/>
              </a:rPr>
              <a:t>Compose obrazovky a komponenty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7"/>
          <p:cNvSpPr/>
          <p:nvPr/>
        </p:nvSpPr>
        <p:spPr>
          <a:xfrm>
            <a:off x="365760" y="1664280"/>
            <a:ext cx="8411760" cy="593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8"/>
          <p:cNvSpPr/>
          <p:nvPr/>
        </p:nvSpPr>
        <p:spPr>
          <a:xfrm>
            <a:off x="365760" y="1664280"/>
            <a:ext cx="109080" cy="593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9"/>
          <p:cNvSpPr/>
          <p:nvPr/>
        </p:nvSpPr>
        <p:spPr>
          <a:xfrm>
            <a:off x="594360" y="17006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ViewModel vrstva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594360" y="1965960"/>
            <a:ext cx="80460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0A898"/>
                </a:solidFill>
                <a:effectLst/>
                <a:uFillTx/>
                <a:latin typeface="Calibri"/>
                <a:ea typeface="Calibri"/>
              </a:rPr>
              <a:t>Stav obrazovek a obsluha akcí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1"/>
          <p:cNvSpPr/>
          <p:nvPr/>
        </p:nvSpPr>
        <p:spPr>
          <a:xfrm>
            <a:off x="365760" y="2414160"/>
            <a:ext cx="8411760" cy="593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2"/>
          <p:cNvSpPr/>
          <p:nvPr/>
        </p:nvSpPr>
        <p:spPr>
          <a:xfrm>
            <a:off x="365760" y="2414160"/>
            <a:ext cx="109080" cy="593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594360" y="24505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CAF50"/>
                </a:solidFill>
                <a:effectLst/>
                <a:uFillTx/>
                <a:latin typeface="Calibri"/>
                <a:ea typeface="Calibri"/>
              </a:rPr>
              <a:t>Repository vrstva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594360" y="2715840"/>
            <a:ext cx="80460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0A898"/>
                </a:solidFill>
                <a:effectLst/>
                <a:uFillTx/>
                <a:latin typeface="Calibri"/>
                <a:ea typeface="Calibri"/>
              </a:rPr>
              <a:t>Room, DataStore a práce se soubory mimo UI thread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5"/>
          <p:cNvSpPr/>
          <p:nvPr/>
        </p:nvSpPr>
        <p:spPr>
          <a:xfrm>
            <a:off x="365760" y="3163680"/>
            <a:ext cx="8411760" cy="593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6"/>
          <p:cNvSpPr/>
          <p:nvPr/>
        </p:nvSpPr>
        <p:spPr>
          <a:xfrm>
            <a:off x="365760" y="3163680"/>
            <a:ext cx="109080" cy="5936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594360" y="320040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96F3"/>
                </a:solidFill>
                <a:effectLst/>
                <a:uFillTx/>
                <a:latin typeface="Calibri"/>
                <a:ea typeface="Calibri"/>
              </a:rPr>
              <a:t>Datová vrstva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594360" y="3465720"/>
            <a:ext cx="80460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0A898"/>
                </a:solidFill>
                <a:effectLst/>
                <a:uFillTx/>
                <a:latin typeface="Calibri"/>
                <a:ea typeface="Calibri"/>
              </a:rPr>
              <a:t>Entity: oblasti, skály, sektory, cesty, výstupy, session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9"/>
          <p:cNvSpPr/>
          <p:nvPr/>
        </p:nvSpPr>
        <p:spPr>
          <a:xfrm>
            <a:off x="365760" y="3913560"/>
            <a:ext cx="8411760" cy="593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0"/>
          <p:cNvSpPr/>
          <p:nvPr/>
        </p:nvSpPr>
        <p:spPr>
          <a:xfrm>
            <a:off x="365760" y="3913560"/>
            <a:ext cx="109080" cy="59364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1"/>
          <p:cNvSpPr/>
          <p:nvPr/>
        </p:nvSpPr>
        <p:spPr>
          <a:xfrm>
            <a:off x="594360" y="3950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9C27B0"/>
                </a:solidFill>
                <a:effectLst/>
                <a:uFillTx/>
                <a:latin typeface="Calibri"/>
                <a:ea typeface="Calibri"/>
              </a:rPr>
              <a:t>Dependency Injection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2"/>
          <p:cNvSpPr/>
          <p:nvPr/>
        </p:nvSpPr>
        <p:spPr>
          <a:xfrm>
            <a:off x="594360" y="4215240"/>
            <a:ext cx="80460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0A898"/>
                </a:solidFill>
                <a:effectLst/>
                <a:uFillTx/>
                <a:latin typeface="Calibri"/>
                <a:ea typeface="Calibri"/>
              </a:rPr>
              <a:t>Hilt moduly a centrální konfigurace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0" y="0"/>
            <a:ext cx="163800" cy="7765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411480" y="1098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Jak aplikace funguje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502920" y="960120"/>
            <a:ext cx="8046000" cy="37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90440" indent="-190440" defTabSz="914400">
              <a:lnSpc>
                <a:spcPct val="100000"/>
              </a:lnSpc>
              <a:spcAft>
                <a:spcPts val="601"/>
              </a:spcAft>
              <a:buClr>
                <a:srgbClr val="F0EAD6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 Správa míst: uživatel založí oblast, nastaví typ a případně ji umístí na mapu.</a:t>
            </a:r>
            <a:endParaRPr lang="en-GB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ct val="100000"/>
              </a:lnSpc>
              <a:spcAft>
                <a:spcPts val="601"/>
              </a:spcAft>
              <a:buClr>
                <a:srgbClr val="F0EAD6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55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 - Hierarchie lokace: podle typu oblasti doplní skálu a sektor, aby byly cesty přesně zařazené.</a:t>
            </a:r>
            <a:endParaRPr lang="en-GB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ct val="100000"/>
              </a:lnSpc>
              <a:spcAft>
                <a:spcPts val="601"/>
              </a:spcAft>
              <a:buClr>
                <a:srgbClr val="F0EAD6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55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Evidence cesty: ke každé cestě ukládá název, obtížnost, fotografii a vazbu na lokaci.</a:t>
            </a:r>
            <a:endParaRPr lang="en-GB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ct val="100000"/>
              </a:lnSpc>
              <a:spcAft>
                <a:spcPts val="601"/>
              </a:spcAft>
              <a:buClr>
                <a:srgbClr val="F0EAD6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55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Deník lezení: v session zapisuje datum, styl přelezu, poznámky a další osobní údaje k výkonu.</a:t>
            </a:r>
            <a:endParaRPr lang="en-GB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ct val="100000"/>
              </a:lnSpc>
              <a:spcAft>
                <a:spcPts val="601"/>
              </a:spcAft>
              <a:buClr>
                <a:srgbClr val="F0EAD6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55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Přehled a návrat k datům: mapa, seznamy a profil pomáhají uživateli rychle najít dříve uložené záznamy.</a:t>
            </a:r>
            <a:endParaRPr lang="en-GB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0" y="4663440"/>
            <a:ext cx="9143280" cy="4795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365760" y="4709160"/>
            <a:ext cx="841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B0A898"/>
                </a:solidFill>
                <a:effectLst/>
                <a:uFillTx/>
                <a:latin typeface="Calibri"/>
                <a:ea typeface="Calibri"/>
              </a:rPr>
              <a:t>💡 Tok aplikace je navržený tak, aby odpovídal skutečnému průběhu dne na lezecké lokalitě.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0" y="0"/>
            <a:ext cx="163800" cy="7765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411480" y="1098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Typický průchod aplikací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365760" y="1051560"/>
            <a:ext cx="410760" cy="4107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365760" y="105156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914400" y="960120"/>
            <a:ext cx="7863120" cy="593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1097280" y="1097280"/>
            <a:ext cx="74973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Nejprve založí oblast a kliknutím do mapy jí nastaví polohu.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365760" y="1810440"/>
            <a:ext cx="410760" cy="4107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365760" y="181044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914400" y="1719000"/>
            <a:ext cx="7863120" cy="593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1097280" y="1856160"/>
            <a:ext cx="74973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Potom doplní skálu a sektor, nebo u indoor lezení jen samotný sektor.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365760" y="2569320"/>
            <a:ext cx="410760" cy="4107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365760" y="256932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914400" y="2477880"/>
            <a:ext cx="7863120" cy="593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1097280" y="2615040"/>
            <a:ext cx="74973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Následně založí cestu, vyplní obtížnost a ve formuláři pořídí fotku.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365760" y="3328560"/>
            <a:ext cx="410760" cy="4107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6"/>
          <p:cNvSpPr/>
          <p:nvPr/>
        </p:nvSpPr>
        <p:spPr>
          <a:xfrm>
            <a:off x="365760" y="332856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7"/>
          <p:cNvSpPr/>
          <p:nvPr/>
        </p:nvSpPr>
        <p:spPr>
          <a:xfrm>
            <a:off x="914400" y="3237120"/>
            <a:ext cx="7863120" cy="593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1097280" y="3374280"/>
            <a:ext cx="74973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Během lezení otevře deník, založí session a zapisuje jednotlivé výstupy.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9"/>
          <p:cNvSpPr/>
          <p:nvPr/>
        </p:nvSpPr>
        <p:spPr>
          <a:xfrm>
            <a:off x="365760" y="4087440"/>
            <a:ext cx="410760" cy="4107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0"/>
          <p:cNvSpPr/>
          <p:nvPr/>
        </p:nvSpPr>
        <p:spPr>
          <a:xfrm>
            <a:off x="365760" y="408744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1"/>
          <p:cNvSpPr/>
          <p:nvPr/>
        </p:nvSpPr>
        <p:spPr>
          <a:xfrm>
            <a:off x="914400" y="3996000"/>
            <a:ext cx="7863120" cy="593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2"/>
          <p:cNvSpPr/>
          <p:nvPr/>
        </p:nvSpPr>
        <p:spPr>
          <a:xfrm>
            <a:off x="1097280" y="4133160"/>
            <a:ext cx="74973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0EAD6"/>
                </a:solidFill>
                <a:effectLst/>
                <a:uFillTx/>
                <a:latin typeface="Calibri"/>
                <a:ea typeface="Calibri"/>
              </a:rPr>
              <a:t>Nakonec se může vrátit do mapy, profilu nebo detailu cesty a zobrazit historii.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164520" y="0"/>
            <a:ext cx="72360" cy="514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0" y="4114800"/>
            <a:ext cx="9143280" cy="10281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548640" y="1280160"/>
            <a:ext cx="7771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Děkuji za pozornost</a:t>
            </a:r>
            <a:endParaRPr lang="en-GB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548640" y="2468880"/>
            <a:ext cx="1828080" cy="54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548640" y="260604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548640" y="420624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0A898"/>
                </a:solidFill>
                <a:effectLst/>
                <a:uFillTx/>
                <a:latin typeface="Calibri"/>
                <a:ea typeface="Calibri"/>
              </a:rPr>
              <a:t>Semester Climb  ·  Android  ·  Kotlin  ·  Jetpack Compose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LibreOffice/26.2.0.3$Windows_X86_64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2026-04-08T09:52:59Z</dcterms:created>
  <dc:creator>PptxGenJS</dc:creator>
  <dc:description/>
  <dc:language>en-GB</dc:language>
  <cp:lastModifiedBy/>
  <dcterms:modified xsi:type="dcterms:W3CDTF">2026-04-08T12:34:56Z</dcterms:modified>
  <cp:revision>3</cp:revision>
  <dc:subject>PptxGenJS Presentation</dc:subject>
  <dc:title>Semester Climb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